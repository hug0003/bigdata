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61" r:id="rId6"/>
    <p:sldId id="263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3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207C-BBE8-E3F6-7C05-18235C1B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CE47B-2AD2-847C-84B4-B3F14886F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0B81D-68E7-26FB-A2A4-FD36EEE55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8F598-2CCE-ED93-2275-8329E0A17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31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B5D5E-B922-2DE7-9738-04938F2B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27808-45F8-957D-C031-FC8A38013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590D4-9451-F1D2-4E55-485E32105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FDDAD-9AFD-D33E-86F4-F9E09891C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41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3B1A-9230-8B07-4C63-4DDDC714B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6E521-65E5-BCEA-D1D0-7E87EC851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4E132-EFF3-03FF-3FE9-B4754B05D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3967-5366-3DE8-1C49-97F099A84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48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560320" y="1828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680960" y="1828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778240" y="9144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760720" y="24688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32320" y="13716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412480" y="20116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371600" y="438912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206240" y="38404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217920" y="448056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138160" y="329184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926080" y="493776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663440" y="45720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686800" y="484632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286000" y="64008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AACCEE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12700">
            <a:solidFill>
              <a:srgbClr val="5BB8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31520" cy="7315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d'avions,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enfin visibles.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502920" y="3246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a transformé des données brutes de vol en un tableau de bord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par tous — mis à jour automatiquement, sans intervention humaine.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aérien en temps réel  •  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 /  Après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804672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840480"/>
          </a:xfrm>
          <a:prstGeom prst="rect">
            <a:avLst/>
          </a:prstGeom>
          <a:solidFill>
            <a:srgbClr val="122140"/>
          </a:solidFill>
          <a:ln w="1905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éparpillées sans lien entre elles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combien d'avions volent en ce moment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sur les zones les plus fréquentées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mise à jour nécessite une intervention manuelle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uniquement à des profils techniques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5196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D4AA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937760" y="960120"/>
            <a:ext cx="3840480" cy="3840480"/>
          </a:xfrm>
          <a:prstGeom prst="rect">
            <a:avLst/>
          </a:prstGeom>
          <a:solidFill>
            <a:srgbClr val="122140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097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mondiale avec chaque avion en vol, en direct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sait en temps réel : combien, où, au-dessus de quel pays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zones les plus denses sont visibles en un coup d'œil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toutes les 5 minutes, 24h/24</a:t>
            </a:r>
            <a:endParaRPr lang="en-US" sz="12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à tous, même sans formation technique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E379B-8579-3E12-CF4C-6F59234C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F65D77-E88F-2E4C-42F9-39B12B9FC046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voir maintenant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9F187C-462E-DF5A-9427-D396B46E8611}"/>
              </a:ext>
            </a:extLst>
          </p:cNvPr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3BE861-029E-F1DE-71E5-59854047503A}"/>
              </a:ext>
            </a:extLst>
          </p:cNvPr>
          <p:cNvSpPr/>
          <p:nvPr/>
        </p:nvSpPr>
        <p:spPr>
          <a:xfrm>
            <a:off x="365760" y="1005840"/>
            <a:ext cx="4114800" cy="1737360"/>
          </a:xfrm>
          <a:prstGeom prst="rect">
            <a:avLst/>
          </a:prstGeom>
          <a:solidFill>
            <a:srgbClr val="122140"/>
          </a:solidFill>
          <a:ln w="12700">
            <a:solidFill>
              <a:srgbClr val="1E9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B5CBB9-6113-027B-CB3E-90CA6EB7C2CD}"/>
              </a:ext>
            </a:extLst>
          </p:cNvPr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E90D4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B3CB6A8-6AC5-E870-57A4-DC0AA7205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72768"/>
            <a:ext cx="493776" cy="49377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597715D-8ED3-8708-E7B0-B3E95BAE312B}"/>
              </a:ext>
            </a:extLst>
          </p:cNvPr>
          <p:cNvSpPr/>
          <p:nvPr/>
        </p:nvSpPr>
        <p:spPr>
          <a:xfrm>
            <a:off x="132588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mondiale en direct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F594E1-C74D-5B6F-A750-D8EABB8F516B}"/>
              </a:ext>
            </a:extLst>
          </p:cNvPr>
          <p:cNvSpPr/>
          <p:nvPr/>
        </p:nvSpPr>
        <p:spPr>
          <a:xfrm>
            <a:off x="132588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chaque avion en vol, mise à jour en continu</a:t>
            </a:r>
            <a:endParaRPr lang="en-US" sz="115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2958F64-487E-4B93-1AF9-7D8B48CF0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000" y="2792832"/>
            <a:ext cx="5575999" cy="23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0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voir maintenant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800600" y="1005840"/>
            <a:ext cx="4114800" cy="1737360"/>
          </a:xfrm>
          <a:prstGeom prst="rect">
            <a:avLst/>
          </a:prstGeom>
          <a:solidFill>
            <a:srgbClr val="122140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rgbClr val="00D4AA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72768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survolés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6072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Au-dessus de quel pays (ou océan) se trouve chaque appareil</a:t>
            </a:r>
            <a:endParaRPr lang="en-US" sz="115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CD2AFC7-B255-E812-85DC-90ECC9DAC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95" y="1453896"/>
            <a:ext cx="4036206" cy="3094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8E263-B241-9855-EF27-CB99764C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78281B-145D-EB46-075A-8B9839E5B80F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voir maintenant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F28881-4064-8D1A-0C97-FDDCE02295C8}"/>
              </a:ext>
            </a:extLst>
          </p:cNvPr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EEB7902-CB01-3156-B745-566323B0C124}"/>
              </a:ext>
            </a:extLst>
          </p:cNvPr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122140"/>
          </a:solidFill>
          <a:ln w="12700">
            <a:solidFill>
              <a:srgbClr val="FFB8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8E5DB0A2-A975-7077-3394-F0A33132A3B7}"/>
              </a:ext>
            </a:extLst>
          </p:cNvPr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FFB830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9A7D64C2-AE79-4B7C-9DD7-0BC9BE2F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38728"/>
            <a:ext cx="493776" cy="49377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AAAD9DCE-B7A8-9BC9-03B2-9BCFC78A83A4}"/>
              </a:ext>
            </a:extLst>
          </p:cNvPr>
          <p:cNvSpPr/>
          <p:nvPr/>
        </p:nvSpPr>
        <p:spPr>
          <a:xfrm>
            <a:off x="132588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clés</a:t>
            </a:r>
            <a:endParaRPr lang="en-US" sz="13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F90D647-ADFD-8B1C-DEC4-109A192EC6D6}"/>
              </a:ext>
            </a:extLst>
          </p:cNvPr>
          <p:cNvSpPr/>
          <p:nvPr/>
        </p:nvSpPr>
        <p:spPr>
          <a:xfrm>
            <a:off x="132588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d'avions actifs, pays d'immatriculation, zones denses</a:t>
            </a:r>
            <a:endParaRPr lang="en-US" sz="115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8F1BF84F-7C67-B470-4435-B4815B9A0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514" y="939061"/>
            <a:ext cx="5838092" cy="99623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BA24FBB-E8A8-A84B-D699-55CB593DE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514" y="1966146"/>
            <a:ext cx="3376246" cy="974805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5DE04525-8E8B-7B75-862F-0146C68C4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225" y="2120869"/>
            <a:ext cx="3701235" cy="270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0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45A36-9316-6DB9-740E-4E62C724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2AE265-80F4-E9FF-EE48-BEEDC50D0A12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peut voir maintenant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85E365-1CF5-1045-553A-3662B1D6F2E7}"/>
              </a:ext>
            </a:extLst>
          </p:cNvPr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E021C21-F0E4-F693-0CA7-43B12BAA81A5}"/>
              </a:ext>
            </a:extLst>
          </p:cNvPr>
          <p:cNvSpPr/>
          <p:nvPr/>
        </p:nvSpPr>
        <p:spPr>
          <a:xfrm>
            <a:off x="4800600" y="2971800"/>
            <a:ext cx="4114800" cy="1737360"/>
          </a:xfrm>
          <a:prstGeom prst="rect">
            <a:avLst/>
          </a:prstGeom>
          <a:solidFill>
            <a:srgbClr val="122140"/>
          </a:solidFill>
          <a:ln w="12700">
            <a:solidFill>
              <a:srgbClr val="5BB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05F60AE-B396-5325-B958-7DCA84B2E149}"/>
              </a:ext>
            </a:extLst>
          </p:cNvPr>
          <p:cNvSpPr/>
          <p:nvPr/>
        </p:nvSpPr>
        <p:spPr>
          <a:xfrm>
            <a:off x="4983480" y="3474720"/>
            <a:ext cx="640080" cy="640080"/>
          </a:xfrm>
          <a:prstGeom prst="ellipse">
            <a:avLst/>
          </a:prstGeom>
          <a:solidFill>
            <a:srgbClr val="5BB8F5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AE439757-FE27-A869-21A2-22CDE3D44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538728"/>
            <a:ext cx="493776" cy="493776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34022138-92B0-B4C8-A806-D0D8BCD60B40}"/>
              </a:ext>
            </a:extLst>
          </p:cNvPr>
          <p:cNvSpPr/>
          <p:nvPr/>
        </p:nvSpPr>
        <p:spPr>
          <a:xfrm>
            <a:off x="5760720" y="3246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</a:t>
            </a:r>
            <a:endParaRPr lang="en-US" sz="13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7A0E9EB-1237-A950-E7CC-40CDE6A8FE2D}"/>
              </a:ext>
            </a:extLst>
          </p:cNvPr>
          <p:cNvSpPr/>
          <p:nvPr/>
        </p:nvSpPr>
        <p:spPr>
          <a:xfrm>
            <a:off x="5760720" y="36301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5 minutes, sans personne derrière un écran</a:t>
            </a:r>
            <a:endParaRPr lang="en-US" sz="115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EDEE45A-5849-770E-1BF9-897B1805E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948" y="889731"/>
            <a:ext cx="6464104" cy="201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6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FFB8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2CD2808-2450-7D6E-4E14-F38C3B2533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62"/>
          <a:stretch>
            <a:fillRect/>
          </a:stretch>
        </p:blipFill>
        <p:spPr>
          <a:xfrm>
            <a:off x="2485028" y="1063475"/>
            <a:ext cx="4155963" cy="3878857"/>
          </a:xfrm>
          <a:prstGeom prst="rect">
            <a:avLst/>
          </a:prstGeom>
        </p:spPr>
      </p:pic>
      <p:pic>
        <p:nvPicPr>
          <p:cNvPr id="1028" name="Picture 4" descr="Grafana Overview">
            <a:extLst>
              <a:ext uri="{FF2B5EF4-FFF2-40B4-BE49-F238E27FC236}">
                <a16:creationId xmlns:a16="http://schemas.microsoft.com/office/drawing/2014/main" id="{6AB0C63E-99DA-6BEA-B800-5D6A89808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2" y="1429922"/>
            <a:ext cx="2283655" cy="114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erdack | Prometheus Alert Manager">
            <a:extLst>
              <a:ext uri="{FF2B5EF4-FFF2-40B4-BE49-F238E27FC236}">
                <a16:creationId xmlns:a16="http://schemas.microsoft.com/office/drawing/2014/main" id="{81D91E93-B04D-0109-A2F1-70D7B0C21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508" y="1357812"/>
            <a:ext cx="1869991" cy="97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2194560"/>
            <a:ext cx="7680960" cy="17373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vols éparpillés  →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tableau de bord.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en continu. Compris par tous. Prêt à l'emploi.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69080"/>
            <a:ext cx="25146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5BB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94360" y="4114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4498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avions en vol en permanence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4069080"/>
            <a:ext cx="25146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5BB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429000" y="4114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429000" y="4498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chaque mise à jour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4069080"/>
            <a:ext cx="25146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5BB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263640" y="4114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63640" y="4498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humaine requise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275</Words>
  <Application>Microsoft Office PowerPoint</Application>
  <PresentationFormat>Affichage à l'écran (16:9)</PresentationFormat>
  <Paragraphs>51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Mathis BRUEL</cp:lastModifiedBy>
  <cp:revision>2</cp:revision>
  <dcterms:created xsi:type="dcterms:W3CDTF">2026-04-02T13:18:08Z</dcterms:created>
  <dcterms:modified xsi:type="dcterms:W3CDTF">2026-04-03T09:36:22Z</dcterms:modified>
</cp:coreProperties>
</file>